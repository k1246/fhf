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2C810-F880-4641-AE2B-8C69CBB60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59F728-17F3-409F-A283-340D2044F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5674D-C470-4CD3-A281-CC95F5E2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B2AEE-9A42-4986-BF08-3BEC418A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19385-C5F0-4CAF-961E-EA574837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9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60FD9-D38B-41D5-B464-31B046D72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DA3C9A-8C78-4346-9E00-0080CF8B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27D72-B4D0-4C65-BCCC-85F420CB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962B9-266C-42B3-854C-CFC35406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4714C8-1D03-403E-8E37-3A3D590F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6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65DBC-AE34-4715-85BE-CA20C8AD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CBE0C7-93E8-4D61-844F-3425D9CCD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F4E7E-0A04-4D6F-9D7D-2315E1C8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041E0-6C64-407B-B590-0893048A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E21FD-0A70-4EC7-9981-56B24D89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57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89B54-C159-4501-8EC1-59552982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5405A-BE62-44DE-B6E0-A7EE8452F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E2F30C-D6EE-477A-869A-10D5F7E55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5132A-B910-443C-814C-5C1AB0C4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2BD68-9561-4880-960F-FC3836FF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309FB1-8748-4D9F-880B-E3A83010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46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E744E-96C7-4C1D-B550-5A67A54D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D80456-ED7D-4916-B7DC-AB6FA10D3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F792D1-439F-4EDC-B9B7-025238708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62ED75-04A5-485E-8492-FC15CAD13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C3D040-493B-4510-875F-B429A840B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89E12C-822E-44BA-896F-D0FB309B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534111-BBAC-46DE-A74B-CF7B95C5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CFFA37-B572-49A8-A822-52F99207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79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3836A-A5C9-463E-B475-C025EE8C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2D35CD-F50E-470D-B21D-FEA88E54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421F00-C919-4ECF-A7EE-E3F58071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30CCE2-4160-460A-9C2E-C29CDE3F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4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CDFB60-72BD-4431-9781-F0A5ECDE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3237C1-716B-44F7-A769-A98E75C3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18CE50-84E3-4B23-AFCB-ECFCC6C1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58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EEBCB-0623-45EF-8A23-4A5A7B36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FBF307-3176-4243-BEFF-9A9FFDBA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7FB3B7-DD2F-4434-9D19-689FF8971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DA805A-A6C5-47E0-9E5B-85F1A07E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A255E0-B160-402A-8B15-291794EA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D2B78-4744-4295-BBD3-420DBAA4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04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FFB32-0273-481C-8260-A7905453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4D2D4B-33A5-478E-8E4E-0FDC075D5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23725C-36EE-4A30-B79C-2800BDDD6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9776C6-6DDB-4E60-AA67-FB0A53CA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2C6F25-82D3-40F4-BF1E-20A34A6C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B37DA-87DC-478D-A56F-E1339ACA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76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8196E-EFD1-4C22-B83D-B4B53B15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0E5813-FAF6-493D-9388-2823B19D0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13EFE-6423-4427-AABC-D277A36E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520EB-D2ED-4D7C-8A1F-DA30EE5B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50A73-F76C-4A90-AE75-A3C44215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48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FED976-C061-4184-BAF5-65864D511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379C8B-8065-4912-8756-949CF9430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8805F-9374-4CAB-BA72-33C90192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0286D-52A1-43C3-BEB7-A34D0CD9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87DEE-BEC6-4276-B342-602165B6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31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B82DB1-A5D8-42F5-BDD9-BC949351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AD8AB-C329-40DE-B592-D429BA814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2A0951-1D60-4891-B37F-90516A060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1016A-FB0E-402D-B0E9-1174D14B811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F3201-2840-49DF-BDF2-37909AC63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DA00D9-1085-4AA1-BB47-057BD1184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397DF-1644-42F0-B86F-291FFC87D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4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07EB42-50E7-4636-AF74-292353356639}"/>
              </a:ext>
            </a:extLst>
          </p:cNvPr>
          <p:cNvSpPr txBox="1"/>
          <p:nvPr/>
        </p:nvSpPr>
        <p:spPr>
          <a:xfrm>
            <a:off x="347555" y="273079"/>
            <a:ext cx="11568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解决方案</a:t>
            </a:r>
            <a:endParaRPr lang="en-US" altLang="zh-CN" b="1" dirty="0"/>
          </a:p>
          <a:p>
            <a:r>
              <a:rPr lang="en-US" altLang="zh-CN" dirty="0"/>
              <a:t>1.</a:t>
            </a:r>
            <a:r>
              <a:rPr lang="zh-CN" altLang="en-US" dirty="0"/>
              <a:t>做个可选择化窗口，将所有可选择项封装进去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主要窗口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）前置设置：</a:t>
            </a:r>
            <a:r>
              <a:rPr lang="zh-CN" altLang="en-US" dirty="0"/>
              <a:t>运动控制设置、超声阵列设置、扫描对象设置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）成像设置：</a:t>
            </a:r>
            <a:r>
              <a:rPr lang="en-US" altLang="zh-CN" dirty="0"/>
              <a:t>A</a:t>
            </a:r>
            <a:r>
              <a:rPr lang="zh-CN" altLang="en-US" dirty="0"/>
              <a:t>扫信号、</a:t>
            </a:r>
            <a:r>
              <a:rPr lang="en-US" altLang="zh-CN" dirty="0"/>
              <a:t>B</a:t>
            </a:r>
            <a:r>
              <a:rPr lang="zh-CN" altLang="en-US" dirty="0"/>
              <a:t>扫图、</a:t>
            </a:r>
            <a:r>
              <a:rPr lang="en-US" altLang="zh-CN" dirty="0"/>
              <a:t>TFM</a:t>
            </a:r>
            <a:r>
              <a:rPr lang="zh-CN" altLang="en-US" dirty="0"/>
              <a:t>、</a:t>
            </a:r>
            <a:r>
              <a:rPr lang="en-US" altLang="zh-CN" dirty="0"/>
              <a:t>PWI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扫成像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避免现在情况中各个成像冲突，导致</a:t>
            </a:r>
            <a:r>
              <a:rPr lang="en-US" altLang="zh-CN" dirty="0"/>
              <a:t>UI</a:t>
            </a:r>
            <a:r>
              <a:rPr lang="zh-CN" altLang="en-US" dirty="0"/>
              <a:t>卡顿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方海峰：拆分所有成像代码，单独封装函数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翟梓阳：后续进行前端设计，做个排布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651681-2639-4F14-AD8F-459A7155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74" y="2978914"/>
            <a:ext cx="8428571" cy="2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5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EA1861-6C11-4EB5-A89F-29614FF4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382905"/>
            <a:ext cx="10677525" cy="188595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5159E7-339F-485B-953D-462C8DED2229}"/>
              </a:ext>
            </a:extLst>
          </p:cNvPr>
          <p:cNvCxnSpPr/>
          <p:nvPr/>
        </p:nvCxnSpPr>
        <p:spPr>
          <a:xfrm flipH="1">
            <a:off x="1737360" y="1714500"/>
            <a:ext cx="1600200" cy="2255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B198AD0-9372-4893-8466-1658E484C398}"/>
              </a:ext>
            </a:extLst>
          </p:cNvPr>
          <p:cNvSpPr txBox="1"/>
          <p:nvPr/>
        </p:nvSpPr>
        <p:spPr>
          <a:xfrm>
            <a:off x="769620" y="4000500"/>
            <a:ext cx="150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阵列设置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86C2144-3339-45B5-84CC-C86450B16F65}"/>
              </a:ext>
            </a:extLst>
          </p:cNvPr>
          <p:cNvCxnSpPr>
            <a:cxnSpLocks/>
          </p:cNvCxnSpPr>
          <p:nvPr/>
        </p:nvCxnSpPr>
        <p:spPr>
          <a:xfrm>
            <a:off x="4023360" y="1794510"/>
            <a:ext cx="751523" cy="2095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28EF33C-8F44-4FEB-934A-FAAB89B49E4C}"/>
              </a:ext>
            </a:extLst>
          </p:cNvPr>
          <p:cNvSpPr txBox="1"/>
          <p:nvPr/>
        </p:nvSpPr>
        <p:spPr>
          <a:xfrm>
            <a:off x="769620" y="4480560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波束与成像设置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0A3B3C-8E05-465F-A021-F95770274B09}"/>
              </a:ext>
            </a:extLst>
          </p:cNvPr>
          <p:cNvSpPr txBox="1"/>
          <p:nvPr/>
        </p:nvSpPr>
        <p:spPr>
          <a:xfrm>
            <a:off x="769620" y="4932283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时间、滤波、增益等设置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AC2831-D0F9-442C-9AFF-526ACCD1FE70}"/>
              </a:ext>
            </a:extLst>
          </p:cNvPr>
          <p:cNvSpPr txBox="1"/>
          <p:nvPr/>
        </p:nvSpPr>
        <p:spPr>
          <a:xfrm>
            <a:off x="4399120" y="4025146"/>
            <a:ext cx="1902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扫描区域设置</a:t>
            </a:r>
            <a:endParaRPr lang="en-US" altLang="zh-CN" dirty="0"/>
          </a:p>
          <a:p>
            <a:r>
              <a:rPr lang="zh-CN" altLang="en-US" dirty="0"/>
              <a:t>编码器设置</a:t>
            </a:r>
            <a:endParaRPr lang="en-US" altLang="zh-CN" dirty="0"/>
          </a:p>
          <a:p>
            <a:r>
              <a:rPr lang="zh-CN" altLang="en-US" dirty="0"/>
              <a:t>闸门设置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B125C67-E0CE-41B5-B862-3D150698E3B7}"/>
              </a:ext>
            </a:extLst>
          </p:cNvPr>
          <p:cNvCxnSpPr>
            <a:cxnSpLocks/>
          </p:cNvCxnSpPr>
          <p:nvPr/>
        </p:nvCxnSpPr>
        <p:spPr>
          <a:xfrm>
            <a:off x="4774883" y="1714500"/>
            <a:ext cx="2642236" cy="2655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5C41FD9-5EAB-4E1A-9678-00E2BD2C3398}"/>
              </a:ext>
            </a:extLst>
          </p:cNvPr>
          <p:cNvSpPr txBox="1"/>
          <p:nvPr/>
        </p:nvSpPr>
        <p:spPr>
          <a:xfrm>
            <a:off x="6868000" y="4388227"/>
            <a:ext cx="190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试样设置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02F685-EB6F-4CA8-ACC6-901E2B7ACFDD}"/>
              </a:ext>
            </a:extLst>
          </p:cNvPr>
          <p:cNvSpPr/>
          <p:nvPr/>
        </p:nvSpPr>
        <p:spPr>
          <a:xfrm>
            <a:off x="4975860" y="670560"/>
            <a:ext cx="7155180" cy="159829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5C0FB8-4019-4070-8C74-05394F2BD1D0}"/>
              </a:ext>
            </a:extLst>
          </p:cNvPr>
          <p:cNvSpPr txBox="1"/>
          <p:nvPr/>
        </p:nvSpPr>
        <p:spPr>
          <a:xfrm>
            <a:off x="8854442" y="2371844"/>
            <a:ext cx="252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成像设置</a:t>
            </a:r>
          </a:p>
        </p:txBody>
      </p:sp>
    </p:spTree>
    <p:extLst>
      <p:ext uri="{BB962C8B-B14F-4D97-AF65-F5344CB8AC3E}">
        <p14:creationId xmlns:p14="http://schemas.microsoft.com/office/powerpoint/2010/main" val="345834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shaomin niu</dc:creator>
  <cp:lastModifiedBy>shaomin niu</cp:lastModifiedBy>
  <cp:revision>5</cp:revision>
  <dcterms:created xsi:type="dcterms:W3CDTF">2026-04-15T08:57:29Z</dcterms:created>
  <dcterms:modified xsi:type="dcterms:W3CDTF">2026-04-17T05:50:09Z</dcterms:modified>
</cp:coreProperties>
</file>