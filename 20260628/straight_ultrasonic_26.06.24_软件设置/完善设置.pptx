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3065E-3133-4D01-9BE2-52CA67814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6C528D-76CE-4042-81CE-B525B5CA6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D9EA5-3703-45BE-AD33-1FAEFA81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FDF0BC-2B7F-4F84-9F6D-22A78CD1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BB080-8473-45E4-B033-0CCCFFDD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73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63A7B-0B6E-4684-98A3-5B06AF0A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777B1-A334-46E7-A20C-46336E99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9826BD-96B6-49E5-B791-DD2E0CE4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E41E45-D008-4DD8-A6A6-ACA454171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C7A3E-A223-4607-AD6A-1B8FA2DE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8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F7FD6-B4D0-4E62-B62B-910895BA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1239B4-9A47-4880-8C16-1B962D01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3F0D4-9E47-4463-864F-4B9469E64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3467C-D958-47E0-BEB3-25ABF4C5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41783E-8397-45B3-AD13-863F1204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8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824A3-125B-4706-B48C-E5236583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92DF7-07EF-48BC-8862-23E6783AE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166A3-5405-478D-AA9B-3EFECAA54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9F4221-3155-4FAD-B106-891099CB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4AD17F-F728-42BF-9C71-CDF825D2C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47174-6DD8-4065-82B6-DCDBB7D0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7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3739B-43A8-40C3-8761-2E333168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11D519-90FE-4DB5-9E52-BB2BB049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F6A371-E769-4AE9-9917-44D5AA68B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3813BD-E473-4B87-81A8-BB24A6ACE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626992-9E01-4F9D-AAA7-6F05ACE00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2D7FCD2-040C-43A0-BA02-129298A8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9D8D65-61E2-41BE-99F4-A609A196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F17C1E-EEEF-4F2C-A01C-FD8DA6C1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3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9A7B4-2C10-41D1-80DB-F2D4737D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3383FB-D835-4C55-B831-C365118F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C9CA1A-94D9-41EB-94CB-7B082A2E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52B0DF-F581-49AF-A460-78B65A83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8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B6E637-671A-4574-92BC-BC78B136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A52372-DE58-4C66-9A30-BBE63868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06522-D078-4BCF-8C0D-A5C95980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0446E-2D7F-4B60-A935-E738D3D03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581F4-2BBC-4B9E-9B45-9AE6FDCF1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7E4593-FD3F-42DF-9DFA-EA28A08C4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D75EC6-A7A6-408C-AFB6-BA179CBC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3DB91C-29DE-448E-9940-B9EFB025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CDE97-AE97-4C1A-AB46-3749AB4A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50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44FE5-9C60-4AA6-88E5-80CBC6E9D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DD90C7-CAE2-4779-9374-46E253762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FD4B72-2A0E-43AA-9A94-53E4A9741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B77FE-69D1-45E9-A55E-47216BA04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43A730-2948-4CE9-A429-3C6012AA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5E777-3F2F-42AB-9F7E-07FDC8D7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2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999D4-E199-4FA5-8FF1-8445D5A7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AB99FB-160E-41ED-807B-F854E93B8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9AD30-EF49-491C-883C-709926E6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51BEA3-1135-4683-BA29-A0536C8A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9197C-A478-4B54-9CCF-36AB04A9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A27597-0B41-42BE-B7A0-FE9F1AE31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F4A18F-3A6D-47A3-B3CD-0D262868D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EC0CF-F0F1-4217-8640-3B745B90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48ABE-7E57-4FB2-B4A1-A01A8E0B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3230E-FD4F-4600-BB3C-8EB37581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61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F9E738-0180-41BD-8370-73A8BA42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F67166-D412-404C-9394-3036DC2C1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460E1E-A691-4DFA-A041-2B25FC189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53D2C-4692-495C-8028-B03576626AE1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02319-E1A5-4C0D-A2E2-43AC66E17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BD930-9D24-49F3-B816-D0928B862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E508A-5E76-4258-ACD6-7BD3BB74D6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8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C24B56-851F-4F41-A5AC-C69C6612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26" y="0"/>
            <a:ext cx="7068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7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4A444B-21F8-467C-B7BA-433BB374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19" y="34750"/>
            <a:ext cx="4743694" cy="67884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408F94-315F-413B-9F16-55A519CCE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456" y="1857097"/>
            <a:ext cx="6763098" cy="29783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44911D-8D6B-43B4-8A39-C27C535D6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842" y="0"/>
            <a:ext cx="1739989" cy="16383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489640-EB3A-46EA-9D1C-AA7CA0F62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533" y="3330372"/>
            <a:ext cx="2921150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9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0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111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106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5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13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375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62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67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74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40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78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332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12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240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75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076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724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0</Words>
  <Application>Microsoft Office PowerPoint</Application>
  <PresentationFormat>宽屏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shaomin niu</dc:creator>
  <cp:lastModifiedBy>shaomin niu</cp:lastModifiedBy>
  <cp:revision>6</cp:revision>
  <dcterms:created xsi:type="dcterms:W3CDTF">2026-06-24T05:48:07Z</dcterms:created>
  <dcterms:modified xsi:type="dcterms:W3CDTF">2026-06-24T11:09:11Z</dcterms:modified>
</cp:coreProperties>
</file>